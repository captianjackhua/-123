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终端设备数据分析报告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i="1" spc="150" kern="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Data Analysis Report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生成日期：2026/10/26</a:t>
            </a:r>
            <a:endParaRPr lang="en-US" sz="1200" dirty="0"/>
          </a:p>
        </p:txBody>
      </p:sp>
      <p:sp>
        <p:nvSpPr>
          <p:cNvPr id="7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 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618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261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数据概览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关键指标 KPI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8046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751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975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终端型号分布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Device Model 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8046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8833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688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版本分布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7523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Firmware Version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8046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015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401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用户绑定分析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465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User Binding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8046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车型分布分析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Vehicle Model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  KPI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1772" y="13716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" y="1371600"/>
            <a:ext cx="196596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8932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2,723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8932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设备总数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46604" y="13716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6604" y="1371600"/>
            <a:ext cx="196596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683764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13.0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83764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用户绑定率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31436" y="13716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1436" y="1371600"/>
            <a:ext cx="196596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768596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种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68596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终端型号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16268" y="13716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6268" y="1371600"/>
            <a:ext cx="196596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3428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种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3428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车型数量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其他关键指标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189738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17145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已绑定设备: 355 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46020" y="4069080"/>
            <a:ext cx="189738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2537460" y="4114800"/>
            <a:ext cx="17145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未绑定设备: 2368 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4069080"/>
            <a:ext cx="189738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14800"/>
            <a:ext cx="17145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有蓝牙MAC: 2083 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3660" y="4069080"/>
            <a:ext cx="189738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4114800"/>
            <a:ext cx="17145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有版本号: 2091 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终端型号分布  Device Model Distribution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03520" y="109728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各型号详情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40680" y="1691640"/>
            <a:ext cx="109728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D23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988 台 (36.3%)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2606040"/>
            <a:ext cx="109728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SKERT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2356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1735 台 (63.7%)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SKERT 型号占比 63.7%，为当前主力终端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0584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版本分布  Firmware Version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主力版本 M9.3.0_B9.3.0 占比 73.2%（1994台），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632台设备尚无版本信息</a:t>
            </a:r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，建议排查更新。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3258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4572000" y="132588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用户绑定分析  User Binding Status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整体绑定状态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280160" y="2560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2801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绑定率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各型号绑定情况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SKERT 绑定率 18.4%，显著高于 D23 的 3.5%，绑定能力存在型号差异。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058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车型分布分析  Vehicle Model Distribution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4297680"/>
            <a:ext cx="8229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343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各车型绑定率: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6596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极光A15S-MKZ…</a:t>
            </a:r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  15.7%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6324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未分配车型</a:t>
            </a:r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  0.0%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6052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极光A15S-MKZ…</a:t>
            </a:r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  13.3%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5780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极光竞速版</a:t>
            </a:r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  31.6%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5508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极光A15s测试版</a:t>
            </a:r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  50.0%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5236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一体式终端默认车型</a:t>
            </a:r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  50.0%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spc="150" kern="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终端设备数据分析报告</dc:title>
  <dc:subject>PptxGenJS Presentation</dc:subject>
  <dc:creator>PptxGenJS</dc:creator>
  <cp:lastModifiedBy>PptxGenJS</cp:lastModifiedBy>
  <cp:revision>1</cp:revision>
  <dcterms:created xsi:type="dcterms:W3CDTF">2026-10-26T09:18:48Z</dcterms:created>
  <dcterms:modified xsi:type="dcterms:W3CDTF">2026-10-26T09:18:48Z</dcterms:modified>
</cp:coreProperties>
</file>