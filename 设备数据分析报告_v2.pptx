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129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129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129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0"/>
            <a:ext cx="137160" cy="2011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终端设备数据分析报告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spc="150" kern="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Device Data Analysis Report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生成日期：2026/10/26</a:t>
            </a:r>
            <a:endParaRPr lang="en-US" sz="1200" dirty="0"/>
          </a:p>
        </p:txBody>
      </p:sp>
      <p:sp>
        <p:nvSpPr>
          <p:cNvPr id="7" name="AILabel"/>
          <p:cNvSpPr txBox="1"/>
          <p:nvPr/>
        </p:nvSpPr>
        <p:spPr>
          <a:xfrm>
            <a:off x="6564000" y="45635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 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13716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数据概览与关键指标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0" y="1234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 &amp; KPIs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80467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74520"/>
            <a:ext cx="13716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65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3736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终端型号分布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Device Model Distribution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80467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651760"/>
            <a:ext cx="13716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743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版本分布分析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Firmware Version Analysis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80467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429000"/>
            <a:ext cx="13716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520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737360" y="3520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用户绑定分析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3566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Binding Status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80467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206240"/>
            <a:ext cx="13716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297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73736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车型分布分析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0" y="4343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Vehicle Model Distribution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数据概览  Overview &amp; KPIs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201168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2,723</a:t>
            </a:r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设备总数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96312" y="9144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96312" y="914400"/>
            <a:ext cx="2011680" cy="91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2587752" y="1051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355</a:t>
            </a:r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台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87752" y="1691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已绑定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26864" y="9144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914400"/>
            <a:ext cx="201168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718304" y="1051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2368</a:t>
            </a:r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台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18304" y="1691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未绑定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57416" y="9144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57416" y="914400"/>
            <a:ext cx="2011680" cy="91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6848856" y="1051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13.0</a:t>
            </a:r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48856" y="1691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514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关键维度汇总表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8229600" cy="201168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228600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数量(台)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占比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终端型号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D23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988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36.3%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SKERT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1735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63.7%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绑定状态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已绑定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未绑定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2368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87.0%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车型数量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2723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终端型号分布  Device Model Distribution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型号详情表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80160"/>
          <a:ext cx="4114800" cy="1188720"/>
        </p:xfrm>
        <a:graphic>
          <a:graphicData uri="http://schemas.openxmlformats.org/drawingml/2006/table">
            <a:tbl>
              <a:tblPr/>
              <a:tblGrid>
                <a:gridCol w="1097280"/>
                <a:gridCol w="822960"/>
                <a:gridCol w="822960"/>
                <a:gridCol w="731520"/>
                <a:gridCol w="7315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终端型号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数量(台)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占比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已绑定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绑定率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D23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988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36.3%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3.5%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SKERT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1735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63.7%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18.4%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洞察：</a:t>
            </a:r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SKERT 型号占比 63.7%，为当前主力终端，绑定率 18.4% 显著高于 D23 的 3.5%。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版本分布分析  Firmware Version Analysis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5720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版本分布详情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280160"/>
          <a:ext cx="393192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占比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M9.3.0_B9.3.0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1994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73.2%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(空)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23.2%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M8.2.0_B8.2.0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1.4%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M2.10.5.0_B10.5.0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M9.3.0_B8.2.0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M9.2.0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M1.10.1.0_B10.1.0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M9.2.0_B9.3.0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其他版本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无版本信息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23.2%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注意：</a:t>
            </a:r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632台设备（23.2%）无版本信息，建议排查更新；主力版本 M9.3.0_B9.3.0 占 73.2%。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用户绑定分析  User Binding Status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整体绑定状态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1234440"/>
          <a:ext cx="39319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38912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各型号绑定情况</a:t>
            </a:r>
            <a:endParaRPr lang="en-US" sz="12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297680" y="1234440"/>
          <a:ext cx="45720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931920"/>
          <a:ext cx="6400800" cy="100584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188720"/>
                <a:gridCol w="1188720"/>
                <a:gridCol w="14630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型号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已绑定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未绑定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绑定率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D23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988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3.5%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SKERT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1735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1415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18.4%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车型分布分析  Vehicle Model Distribution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85953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8229600" cy="13716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设备总数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已绑定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未绑定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绑定率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极光A15S-MKZ-SK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1360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1147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15.7%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未分配车型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极光A15S-MKZ-SPH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13.3%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极光竞速版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31.6%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极光A15s测试版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一体式终端默认车型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2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spc="150" kern="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0" y="3566160"/>
            <a:ext cx="2743200" cy="36576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终端设备数据分析报告</dc:title>
  <dc:subject>PptxGenJS Presentation</dc:subject>
  <dc:creator>PptxGenJS</dc:creator>
  <cp:lastModifiedBy>PptxGenJS</cp:lastModifiedBy>
  <cp:revision>1</cp:revision>
  <dcterms:created xsi:type="dcterms:W3CDTF">2026-10-26T09:30:19Z</dcterms:created>
  <dcterms:modified xsi:type="dcterms:W3CDTF">2026-10-26T09:30:19Z</dcterms:modified>
</cp:coreProperties>
</file>